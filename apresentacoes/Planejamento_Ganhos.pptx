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Willyan assume o processo, o tratamento dos dados e a construção das visões. A operação recebe a leitura pronta e decide. Hora a Hora: acompanhamento intradiário contra a meta do dia — dá para ver onde o ritmo cai, em qual carteira, e reagir no mesmo turno em vez de descobrir no dia seguinte. Dashboard D-1: dia anterior fechado com N4 e N5 na mesma régua, permitindo comparação direta entre carteiras sem planilha paralela. O D-1 da N5 foi entregue em 29/set; as demais saem em 05 e 09/out. Metas e comparativos: como os relatórios passam a carregar a meta, ganhamos visão mês a mês e atingimento contra o mês corrente — tendência e distância da meta, não apenas a foto do dia. Por trás das visões, o Will atua no desenvolvimento e evolução dos processos, na automação de relatórios e rotinas operacionais, na identificação de oportunidades e nos estudos que levam análise e recomendação para as reuniões. Os acessos às ferramentas já estão todos liberados.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PMO do mapeamento. Cinco entregas entre as carteiras N4 e N5, distribuídas em dois produtos. Dashboard D-1: N5 do Deyvid concluído e apresentado em 29/set; N5 da Andressa para 05/out e N4 do Lucas para 09/out, ambos com apresentação prevista. Hora a Hora: N5 (Andressa e Deyvid) para 05/out e N4 (Lucas) para 09/out, sem apresentação nesta rodada. Pontos de atenção: na N5 seguem os conceitos de base e o onboarding com a Andressa; na N4 o relatório está com a operação e depende de reunião com o Lucas para entender os KPIs e estruturar o desenvolvimento. Acessos às ferramentas: todos liberados.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4572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8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  ·   WILLYAN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8924544" y="365760"/>
            <a:ext cx="2697480" cy="420624"/>
          </a:xfrm>
          <a:prstGeom prst="roundRect">
            <a:avLst>
              <a:gd name="adj" fmla="val 50000"/>
            </a:avLst>
          </a:prstGeom>
          <a:solidFill>
            <a:srgbClr val="E9A13B">
              <a:alpha val="14000"/>
            </a:srgbClr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107424" y="466344"/>
            <a:ext cx="219456" cy="219456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521208"/>
            <a:ext cx="109728" cy="10972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400032" y="365760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ACESSOS LIBERADOS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77724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dado deixa de ser relatório </a:t>
            </a:r>
            <a:pPr indent="0" marL="0">
              <a:buNone/>
            </a:pPr>
            <a:r>
              <a:rPr lang="en-US" sz="29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vira decisão</a:t>
            </a:r>
            <a:endParaRPr lang="en-US" sz="29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13716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 assume o processo, o tratamento dos dados e a construção das visões — agora com a meta dentro do relatório.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66928" y="1828800"/>
            <a:ext cx="3502152" cy="2340864"/>
          </a:xfrm>
          <a:prstGeom prst="roundRect">
            <a:avLst>
              <a:gd name="adj" fmla="val 4688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31507F"/>
            </a:solidFill>
            <a:prstDash val="solid"/>
          </a:ln>
          <a:effectLst>
            <a:outerShdw sx="100000" sy="100000" kx="0" ky="0" algn="bl" rotWithShape="0" blurRad="177800" dist="38100" dir="5400000">
              <a:srgbClr val="030913">
                <a:alpha val="3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77824" y="206654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A HORA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77824" y="2340864"/>
            <a:ext cx="658368" cy="65836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523744"/>
            <a:ext cx="292608" cy="29260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64208" y="2340864"/>
            <a:ext cx="211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 real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877824" y="30906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contra a meta do dia: aponta onde o ritmo cai e em qual carteira, a tempo de reagir.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877824" y="378561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desenvolvimento  ·  05 e 09/out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343400" y="1828800"/>
            <a:ext cx="3502152" cy="2340864"/>
          </a:xfrm>
          <a:prstGeom prst="roundRect">
            <a:avLst>
              <a:gd name="adj" fmla="val 4688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31507F"/>
            </a:solidFill>
            <a:prstDash val="solid"/>
          </a:ln>
          <a:effectLst>
            <a:outerShdw sx="100000" sy="100000" kx="0" ky="0" algn="bl" rotWithShape="0" blurRad="177800" dist="38100" dir="5400000">
              <a:srgbClr val="030913">
                <a:alpha val="35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4654296" y="206654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D-1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654296" y="2340864"/>
            <a:ext cx="658368" cy="65836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2523744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40680" y="2340864"/>
            <a:ext cx="211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só número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4654296" y="30906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 anterior fechado com N4 e N5 na mesma régua: comparação direta entre carteiras, sem planilha paralela.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4654296" y="378561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 entregue em 29/set  ·  mais 2 em out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8119872" y="1828800"/>
            <a:ext cx="3502152" cy="2340864"/>
          </a:xfrm>
          <a:prstGeom prst="roundRect">
            <a:avLst>
              <a:gd name="adj" fmla="val 4688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31507F"/>
            </a:solidFill>
            <a:prstDash val="solid"/>
          </a:ln>
          <a:effectLst>
            <a:outerShdw sx="100000" sy="100000" kx="0" ky="0" algn="bl" rotWithShape="0" blurRad="177800" dist="38100" dir="5400000">
              <a:srgbClr val="030913">
                <a:alpha val="35000"/>
              </a:srgbClr>
            </a:outerShdw>
          </a:effectLst>
        </p:spPr>
      </p:sp>
      <p:sp>
        <p:nvSpPr>
          <p:cNvPr id="25" name="Text 19"/>
          <p:cNvSpPr txBox="1"/>
          <p:nvPr/>
        </p:nvSpPr>
        <p:spPr>
          <a:xfrm>
            <a:off x="8430768" y="206654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E COMPARATIVOS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8430768" y="2340864"/>
            <a:ext cx="658368" cy="65836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648" y="2523744"/>
            <a:ext cx="292608" cy="29260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217152" y="2340864"/>
            <a:ext cx="211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Atingimento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8430768" y="30906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a mês e contra o mês corrente: mostra a tendência e a distância da meta, não só a foto do dia.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8430768" y="378561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Aplicado ao Hora a Hora e ao D-1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566928" y="4370832"/>
            <a:ext cx="11055096" cy="1993392"/>
          </a:xfrm>
          <a:prstGeom prst="roundRect">
            <a:avLst>
              <a:gd name="adj" fmla="val 5505"/>
            </a:avLst>
          </a:prstGeom>
          <a:solidFill>
            <a:srgbClr val="E9A13B">
              <a:alpha val="12000"/>
            </a:srgbClr>
          </a:solidFill>
          <a:ln w="22225">
            <a:solidFill>
              <a:srgbClr val="E9A13B"/>
            </a:solidFill>
            <a:prstDash val="solid"/>
          </a:ln>
          <a:effectLst>
            <a:outerShdw sx="100000" sy="100000" kx="0" ky="0" algn="bl" rotWithShape="0" blurRad="228600" dist="50800" dir="5400000">
              <a:srgbClr val="030913">
                <a:alpha val="4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950976" y="460857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WILL ENTREGA POR TRÁS DAS VISÕES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950976" y="5047488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276" y="5161788"/>
            <a:ext cx="192024" cy="192024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50976" y="5577840"/>
            <a:ext cx="2393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950976" y="5870448"/>
            <a:ext cx="2393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Constrói e evolui as visões junto com a operação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3582162" y="5047488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6462" y="5161788"/>
            <a:ext cx="192024" cy="19202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3582162" y="5577840"/>
            <a:ext cx="2393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Automação</a:t>
            </a:r>
            <a:endParaRPr lang="en-US" sz="1300" dirty="0"/>
          </a:p>
        </p:txBody>
      </p:sp>
      <p:sp>
        <p:nvSpPr>
          <p:cNvPr id="40" name="Text 31"/>
          <p:cNvSpPr txBox="1"/>
          <p:nvPr/>
        </p:nvSpPr>
        <p:spPr>
          <a:xfrm>
            <a:off x="3582162" y="5870448"/>
            <a:ext cx="2393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 o trabalho manual de relatórios e rotinas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6213348" y="5047488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7648" y="5161788"/>
            <a:ext cx="192024" cy="192024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6213348" y="5577840"/>
            <a:ext cx="2393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</a:t>
            </a:r>
            <a:endParaRPr lang="en-US" sz="1300" dirty="0"/>
          </a:p>
        </p:txBody>
      </p:sp>
      <p:sp>
        <p:nvSpPr>
          <p:cNvPr id="44" name="Text 34"/>
          <p:cNvSpPr txBox="1"/>
          <p:nvPr/>
        </p:nvSpPr>
        <p:spPr>
          <a:xfrm>
            <a:off x="6213348" y="5870448"/>
            <a:ext cx="2393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o processo e aponta onde está o ganho</a:t>
            </a:r>
            <a:endParaRPr lang="en-US" sz="1050" dirty="0"/>
          </a:p>
        </p:txBody>
      </p:sp>
      <p:sp>
        <p:nvSpPr>
          <p:cNvPr id="45" name="Shape 35"/>
          <p:cNvSpPr/>
          <p:nvPr/>
        </p:nvSpPr>
        <p:spPr>
          <a:xfrm>
            <a:off x="8844534" y="5047488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8834" y="5161788"/>
            <a:ext cx="192024" cy="192024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8844534" y="5577840"/>
            <a:ext cx="2393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Estudos</a:t>
            </a:r>
            <a:endParaRPr lang="en-US" sz="1300" dirty="0"/>
          </a:p>
        </p:txBody>
      </p:sp>
      <p:sp>
        <p:nvSpPr>
          <p:cNvPr id="48" name="Text 37"/>
          <p:cNvSpPr txBox="1"/>
          <p:nvPr/>
        </p:nvSpPr>
        <p:spPr>
          <a:xfrm>
            <a:off x="8844534" y="5870448"/>
            <a:ext cx="2393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 análise e recomendação para a reunião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4572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8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  ·   MAPEAMENTO DAS ENTREGAS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77724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cada entrega está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entregas mapeadas entre N4 e N5 — 1 concluída e 4 com data definida.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8650224" y="457200"/>
            <a:ext cx="297180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24544" y="621792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PROGRESSO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924544" y="80467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 5 entregues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924544" y="1152144"/>
            <a:ext cx="2423160" cy="91440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24544" y="1152144"/>
            <a:ext cx="484632" cy="91440"/>
          </a:xfrm>
          <a:prstGeom prst="roundRect">
            <a:avLst>
              <a:gd name="adj" fmla="val 50000"/>
            </a:avLst>
          </a:prstGeom>
          <a:solidFill>
            <a:srgbClr val="E9A13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1828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3054096" y="18288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CARTEIRA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968496" y="1828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5705856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7260336" y="18288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8174736" y="18288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9656064" y="1828800"/>
            <a:ext cx="189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66928" y="2157984"/>
            <a:ext cx="11055096" cy="548640"/>
          </a:xfrm>
          <a:prstGeom prst="roundRect">
            <a:avLst>
              <a:gd name="adj" fmla="val 1166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215798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D-1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054096" y="215798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968496" y="215798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705856" y="2313432"/>
            <a:ext cx="137160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705856" y="23134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7260336" y="215798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29/set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174736" y="2157984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9656064" y="2157984"/>
            <a:ext cx="1856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 e apresentado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66928" y="2779776"/>
            <a:ext cx="11055096" cy="548640"/>
          </a:xfrm>
          <a:prstGeom prst="roundRect">
            <a:avLst>
              <a:gd name="adj" fmla="val 11667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27797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D-1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3054096" y="277977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3968496" y="27797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Andressa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705856" y="2935224"/>
            <a:ext cx="137160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705856" y="293522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DEV</a:t>
            </a:r>
            <a:endParaRPr lang="en-US" sz="800" dirty="0"/>
          </a:p>
        </p:txBody>
      </p:sp>
      <p:sp>
        <p:nvSpPr>
          <p:cNvPr id="33" name="Text 30"/>
          <p:cNvSpPr txBox="1"/>
          <p:nvPr/>
        </p:nvSpPr>
        <p:spPr>
          <a:xfrm>
            <a:off x="7260336" y="277977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05/out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174736" y="2779776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9656064" y="2779776"/>
            <a:ext cx="1856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construção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66928" y="3401568"/>
            <a:ext cx="11055096" cy="548640"/>
          </a:xfrm>
          <a:prstGeom prst="roundRect">
            <a:avLst>
              <a:gd name="adj" fmla="val 11667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2960" y="34015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D-1</a:t>
            </a:r>
            <a:endParaRPr lang="en-US" sz="1150" dirty="0"/>
          </a:p>
        </p:txBody>
      </p:sp>
      <p:sp>
        <p:nvSpPr>
          <p:cNvPr id="38" name="Text 35"/>
          <p:cNvSpPr txBox="1"/>
          <p:nvPr/>
        </p:nvSpPr>
        <p:spPr>
          <a:xfrm>
            <a:off x="3054096" y="340156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3968496" y="34015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705856" y="3557016"/>
            <a:ext cx="137160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705856" y="35570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DEV</a:t>
            </a:r>
            <a:endParaRPr lang="en-US" sz="800" dirty="0"/>
          </a:p>
        </p:txBody>
      </p:sp>
      <p:sp>
        <p:nvSpPr>
          <p:cNvPr id="42" name="Text 39"/>
          <p:cNvSpPr txBox="1"/>
          <p:nvPr/>
        </p:nvSpPr>
        <p:spPr>
          <a:xfrm>
            <a:off x="7260336" y="340156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09/out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8174736" y="3401568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9656064" y="3401568"/>
            <a:ext cx="1856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construção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566928" y="4023360"/>
            <a:ext cx="11055096" cy="548640"/>
          </a:xfrm>
          <a:prstGeom prst="roundRect">
            <a:avLst>
              <a:gd name="adj" fmla="val 11667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2960" y="4023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a Hora</a:t>
            </a:r>
            <a:endParaRPr lang="en-US" sz="1150" dirty="0"/>
          </a:p>
        </p:txBody>
      </p:sp>
      <p:sp>
        <p:nvSpPr>
          <p:cNvPr id="47" name="Text 44"/>
          <p:cNvSpPr txBox="1"/>
          <p:nvPr/>
        </p:nvSpPr>
        <p:spPr>
          <a:xfrm>
            <a:off x="3054096" y="4023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3968496" y="4023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Andressa / Deyvid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5705856" y="4178808"/>
            <a:ext cx="137160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705856" y="417880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DEV</a:t>
            </a:r>
            <a:endParaRPr lang="en-US" sz="800" dirty="0"/>
          </a:p>
        </p:txBody>
      </p:sp>
      <p:sp>
        <p:nvSpPr>
          <p:cNvPr id="51" name="Text 48"/>
          <p:cNvSpPr txBox="1"/>
          <p:nvPr/>
        </p:nvSpPr>
        <p:spPr>
          <a:xfrm>
            <a:off x="7260336" y="4023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05/out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174736" y="402336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656064" y="4023360"/>
            <a:ext cx="1856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e conceitos de base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566928" y="4645152"/>
            <a:ext cx="11055096" cy="548640"/>
          </a:xfrm>
          <a:prstGeom prst="roundRect">
            <a:avLst>
              <a:gd name="adj" fmla="val 11667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22960" y="46451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a Hora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3054096" y="46451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3968496" y="46451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5705856" y="4800600"/>
            <a:ext cx="137160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705856" y="48006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DEV</a:t>
            </a:r>
            <a:endParaRPr lang="en-US" sz="800" dirty="0"/>
          </a:p>
        </p:txBody>
      </p:sp>
      <p:sp>
        <p:nvSpPr>
          <p:cNvPr id="60" name="Text 57"/>
          <p:cNvSpPr txBox="1"/>
          <p:nvPr/>
        </p:nvSpPr>
        <p:spPr>
          <a:xfrm>
            <a:off x="7260336" y="46451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09/out</a:t>
            </a:r>
            <a:endParaRPr lang="en-US" sz="1100" dirty="0"/>
          </a:p>
        </p:txBody>
      </p:sp>
      <p:sp>
        <p:nvSpPr>
          <p:cNvPr id="61" name="Text 58"/>
          <p:cNvSpPr txBox="1"/>
          <p:nvPr/>
        </p:nvSpPr>
        <p:spPr>
          <a:xfrm>
            <a:off x="8174736" y="4645152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1100" dirty="0"/>
          </a:p>
        </p:txBody>
      </p:sp>
      <p:sp>
        <p:nvSpPr>
          <p:cNvPr id="62" name="Text 59"/>
          <p:cNvSpPr txBox="1"/>
          <p:nvPr/>
        </p:nvSpPr>
        <p:spPr>
          <a:xfrm>
            <a:off x="9656064" y="4645152"/>
            <a:ext cx="1856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reunião com o Lucas</a:t>
            </a:r>
            <a:endParaRPr lang="en-US" sz="950" dirty="0"/>
          </a:p>
        </p:txBody>
      </p:sp>
      <p:sp>
        <p:nvSpPr>
          <p:cNvPr id="63" name="Shape 60"/>
          <p:cNvSpPr/>
          <p:nvPr/>
        </p:nvSpPr>
        <p:spPr>
          <a:xfrm>
            <a:off x="566928" y="5413248"/>
            <a:ext cx="11055096" cy="969264"/>
          </a:xfrm>
          <a:prstGeom prst="roundRect">
            <a:avLst>
              <a:gd name="adj" fmla="val 9434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96112" y="5413248"/>
            <a:ext cx="12344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spc="12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b="1" spc="12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2258568" y="5614416"/>
            <a:ext cx="256032" cy="256032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576" y="5678424"/>
            <a:ext cx="128016" cy="128016"/>
          </a:xfrm>
          <a:prstGeom prst="rect">
            <a:avLst/>
          </a:prstGeom>
        </p:spPr>
      </p:pic>
      <p:sp>
        <p:nvSpPr>
          <p:cNvPr id="67" name="Text 63"/>
          <p:cNvSpPr txBox="1"/>
          <p:nvPr/>
        </p:nvSpPr>
        <p:spPr>
          <a:xfrm>
            <a:off x="2606040" y="5596128"/>
            <a:ext cx="2609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  ·  Hora a Hora</a:t>
            </a:r>
            <a:endParaRPr lang="en-US" sz="1100" dirty="0"/>
          </a:p>
        </p:txBody>
      </p:sp>
      <p:sp>
        <p:nvSpPr>
          <p:cNvPr id="68" name="Text 64"/>
          <p:cNvSpPr txBox="1"/>
          <p:nvPr/>
        </p:nvSpPr>
        <p:spPr>
          <a:xfrm>
            <a:off x="2606040" y="5888736"/>
            <a:ext cx="2609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de base e onboarding com a Andressa em andamento</a:t>
            </a:r>
            <a:endParaRPr lang="en-US" sz="900" dirty="0"/>
          </a:p>
        </p:txBody>
      </p:sp>
      <p:sp>
        <p:nvSpPr>
          <p:cNvPr id="69" name="Shape 65"/>
          <p:cNvSpPr/>
          <p:nvPr/>
        </p:nvSpPr>
        <p:spPr>
          <a:xfrm>
            <a:off x="5452872" y="5614416"/>
            <a:ext cx="256032" cy="256032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7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880" y="5678424"/>
            <a:ext cx="128016" cy="128016"/>
          </a:xfrm>
          <a:prstGeom prst="rect">
            <a:avLst/>
          </a:prstGeom>
        </p:spPr>
      </p:pic>
      <p:sp>
        <p:nvSpPr>
          <p:cNvPr id="71" name="Text 66"/>
          <p:cNvSpPr txBox="1"/>
          <p:nvPr/>
        </p:nvSpPr>
        <p:spPr>
          <a:xfrm>
            <a:off x="5800344" y="5596128"/>
            <a:ext cx="2609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  ·  Hora a Hora</a:t>
            </a:r>
            <a:endParaRPr lang="en-US" sz="1100" dirty="0"/>
          </a:p>
        </p:txBody>
      </p:sp>
      <p:sp>
        <p:nvSpPr>
          <p:cNvPr id="72" name="Text 67"/>
          <p:cNvSpPr txBox="1"/>
          <p:nvPr/>
        </p:nvSpPr>
        <p:spPr>
          <a:xfrm>
            <a:off x="5800344" y="5888736"/>
            <a:ext cx="2609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está com a operação; reunião com o Lucas para estruturar os KPIs</a:t>
            </a:r>
            <a:endParaRPr lang="en-US" sz="900" dirty="0"/>
          </a:p>
        </p:txBody>
      </p:sp>
      <p:sp>
        <p:nvSpPr>
          <p:cNvPr id="73" name="Shape 68"/>
          <p:cNvSpPr/>
          <p:nvPr/>
        </p:nvSpPr>
        <p:spPr>
          <a:xfrm>
            <a:off x="8647176" y="5614416"/>
            <a:ext cx="256032" cy="256032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7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184" y="5678424"/>
            <a:ext cx="128016" cy="128016"/>
          </a:xfrm>
          <a:prstGeom prst="rect">
            <a:avLst/>
          </a:prstGeom>
        </p:spPr>
      </p:pic>
      <p:sp>
        <p:nvSpPr>
          <p:cNvPr id="75" name="Text 69"/>
          <p:cNvSpPr txBox="1"/>
          <p:nvPr/>
        </p:nvSpPr>
        <p:spPr>
          <a:xfrm>
            <a:off x="8994648" y="5596128"/>
            <a:ext cx="2609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Acessos</a:t>
            </a:r>
            <a:endParaRPr lang="en-US" sz="1100" dirty="0"/>
          </a:p>
        </p:txBody>
      </p:sp>
      <p:sp>
        <p:nvSpPr>
          <p:cNvPr id="76" name="Text 70"/>
          <p:cNvSpPr txBox="1"/>
          <p:nvPr/>
        </p:nvSpPr>
        <p:spPr>
          <a:xfrm>
            <a:off x="8994648" y="5888736"/>
            <a:ext cx="2609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ferramentas liberadas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— ganhos e PMO</dc:title>
  <dc:subject>PptxGenJS Presentation</dc:subject>
  <dc:creator>Planejamento</dc:creator>
  <cp:lastModifiedBy>Planejamento</cp:lastModifiedBy>
  <cp:revision>1</cp:revision>
  <dcterms:created xsi:type="dcterms:W3CDTF">2026-09-30T13:56:06Z</dcterms:created>
  <dcterms:modified xsi:type="dcterms:W3CDTF">2026-09-30T13:56:06Z</dcterms:modified>
</cp:coreProperties>
</file>