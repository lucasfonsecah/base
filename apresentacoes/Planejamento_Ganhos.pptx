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o Planejamento (Willyan) assume o processo e todo o tratamento dos dados; a operação recebe a visão pronta e foca na ação. Hora a Hora: a operação passa a enxergar em tempo real o que está acontecendo e corrige a rota dentro do próprio turno, em vez de descobrir no dia seguinte. Dashboard D-1: N4 e N5 passam a ler o dia anterior na mesma régua — um só número, sem planilha paralela. O D-1 da N5 já foi entregue em 29/set; as demais visões saem em 05 e 09/out. Por trás das visões, o Willyan atua no desenvolvimento e na evolução dos processos, na automação dos relatórios e das rotinas operacionais, na identificação de oportunidades e gargalos, e nos estudos que levam dado — e não percepção — para as reuniões.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5029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  ·   WILLYAN</a:t>
            </a:r>
            <a:endParaRPr lang="en-US" sz="1150" dirty="0"/>
          </a:p>
        </p:txBody>
      </p:sp>
      <p:sp>
        <p:nvSpPr>
          <p:cNvPr id="4" name="Shape 1"/>
          <p:cNvSpPr/>
          <p:nvPr/>
        </p:nvSpPr>
        <p:spPr>
          <a:xfrm>
            <a:off x="8924544" y="41148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E9A13B">
              <a:alpha val="14000"/>
            </a:srgbClr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07424" y="512064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566928"/>
            <a:ext cx="109728" cy="1097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00032" y="4114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LIBERADOS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841248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dado deixa de ser relatório
</a:t>
            </a:r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vira decisão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204825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 assume o processo e todo o tratamento dos dados. A operação recebe a visão pronta — e age.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2560320"/>
            <a:ext cx="5367528" cy="2523744"/>
          </a:xfrm>
          <a:prstGeom prst="roundRect">
            <a:avLst>
              <a:gd name="adj" fmla="val 4348"/>
            </a:avLst>
          </a:prstGeom>
          <a:solidFill>
            <a:srgbClr val="FFFFFF">
              <a:alpha val="11000"/>
            </a:srgbClr>
          </a:solidFill>
          <a:ln w="19050">
            <a:solidFill>
              <a:srgbClr val="E9A13B"/>
            </a:solidFill>
            <a:prstDash val="solid"/>
          </a:ln>
          <a:effectLst>
            <a:outerShdw sx="100000" sy="100000" kx="0" ky="0" algn="bl" rotWithShape="0" blurRad="203200" dist="50800" dir="5400000">
              <a:srgbClr val="030913">
                <a:alpha val="4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69264" y="2852928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 HORA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69264" y="3200400"/>
            <a:ext cx="868680" cy="86868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34335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29968" y="33467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969264" y="4242816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enxerga o que está acontecendo agora e corrige a rota no mesmo turno.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969264" y="479145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  ·  N5 e N4  ·  05 e 09/out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54496" y="2560320"/>
            <a:ext cx="5367528" cy="2523744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203200" dist="50800" dir="5400000">
              <a:srgbClr val="030913">
                <a:alpha val="4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656832" y="2852928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D-1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56832" y="32004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343357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17536" y="33467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só número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6656832" y="4242816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e N5 na mesma régua: o dia anterior fechado e comparável, sem planilha paralela.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656832" y="479145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entregue em 29/set  ·  mais 2 em 05 e 09/out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5358384"/>
            <a:ext cx="11055096" cy="1042416"/>
          </a:xfrm>
          <a:prstGeom prst="roundRect">
            <a:avLst>
              <a:gd name="adj" fmla="val 877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96112" y="5358384"/>
            <a:ext cx="1097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TRÁS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984248" y="5596128"/>
            <a:ext cx="256032" cy="25603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5660136"/>
            <a:ext cx="128016" cy="12801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331720" y="5577840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2331720" y="5870448"/>
            <a:ext cx="190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e evolui processos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439412" y="5596128"/>
            <a:ext cx="256032" cy="25603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5660136"/>
            <a:ext cx="128016" cy="12801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86884" y="5577840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4786884" y="5870448"/>
            <a:ext cx="190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rotinas operacionais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894576" y="5596128"/>
            <a:ext cx="256032" cy="25603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584" y="5660136"/>
            <a:ext cx="128016" cy="12801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242048" y="5577840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7242048" y="5870448"/>
            <a:ext cx="190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ganhos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9349740" y="5596128"/>
            <a:ext cx="256032" cy="25603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748" y="5660136"/>
            <a:ext cx="128016" cy="12801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697212" y="5577840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</a:t>
            </a:r>
            <a:endParaRPr lang="en-US" sz="1150" dirty="0"/>
          </a:p>
        </p:txBody>
      </p:sp>
      <p:sp>
        <p:nvSpPr>
          <p:cNvPr id="41" name="Text 31"/>
          <p:cNvSpPr txBox="1"/>
          <p:nvPr/>
        </p:nvSpPr>
        <p:spPr>
          <a:xfrm>
            <a:off x="9697212" y="5870448"/>
            <a:ext cx="190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pronto para a reunião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— os ganhos das novas visões</dc:title>
  <dc:subject>PptxGenJS Presentation</dc:subject>
  <dc:creator>Planejamento</dc:creator>
  <cp:lastModifiedBy>Planejamento</cp:lastModifiedBy>
  <cp:revision>1</cp:revision>
  <dcterms:created xsi:type="dcterms:W3CDTF">2026-09-30T13:45:33Z</dcterms:created>
  <dcterms:modified xsi:type="dcterms:W3CDTF">2026-09-30T13:45:33Z</dcterms:modified>
</cp:coreProperties>
</file>