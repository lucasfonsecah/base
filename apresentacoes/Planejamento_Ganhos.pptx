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Willyan assume o processo, o tratamento dos dados e a construção das visões. A operação recebe a leitura pronta e decide. Hora a Hora: acompanhamento intradiário contra a meta do dia — dá para ver onde o ritmo cai, em qual carteira, e reagir no mesmo turno em vez de descobrir no dia seguinte. Dashboard D-1: dia anterior fechado com N4 e N5 na mesma régua, permitindo comparação direta entre carteiras sem planilha paralela. O D-1 da N5 foi entregue em 29/set; as demais saem em 05 e 09/out. Metas e comparativos: como os relatórios passam a carregar a meta, ganhamos visão mês a mês e atingimento contra o mês corrente — o que mostra tendência e distância da meta, não apenas a foto do dia. Por trás das visões, o Will atua no desenvolvimento e na evolução dos processos, na automação de relatórios e rotinas operacionais, na identificação de oportunidades e nos estudos que levam análise e recomendação para as reuniões. Os acessos às ferramentas já estão todos liberados — nada bloqueando o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  ·   WILLYAN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8924544" y="365760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E9A13B">
              <a:alpha val="14000"/>
            </a:srgbClr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07424" y="466344"/>
            <a:ext cx="219456" cy="219456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521208"/>
            <a:ext cx="109728" cy="1097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00032" y="36576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ACESSOS LIBERADOS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7772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dado deixa de ser relatório </a:t>
            </a:r>
            <a:pPr indent="0" marL="0">
              <a:buNone/>
            </a:pPr>
            <a:r>
              <a:rPr lang="en-US" sz="29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vira decisão</a:t>
            </a:r>
            <a:endParaRPr lang="en-US" sz="29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13716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 assume o processo, o tratamento dos dados e a construção das visões — agora com a meta dentro do relatório.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77824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77824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523744"/>
            <a:ext cx="292608" cy="29260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64208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real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77824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contra a meta do dia: aponta onde o ritmo cai e em qual carteira, a tempo de reagir.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877824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desenvolvimento  ·  05 e 09/out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343400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4654296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654296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52374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só número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654296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anterior fechado com N4 e N5 na mesma régua: comparação direta entre carteiras, sem planilha paralela.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654296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entregue em 29/set  ·  mais 2 em out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8119872" y="1828800"/>
            <a:ext cx="3502152" cy="2340864"/>
          </a:xfrm>
          <a:prstGeom prst="roundRect">
            <a:avLst>
              <a:gd name="adj" fmla="val 4688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177800" dist="38100" dir="5400000">
              <a:srgbClr val="030913">
                <a:alpha val="35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8430768" y="2066544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E COMPARATIVOS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8430768" y="2340864"/>
            <a:ext cx="658368" cy="658368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2523744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17152" y="2340864"/>
            <a:ext cx="2112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Atingimento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8430768" y="30906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a mês e contra o mês corrente: mostra a tendência e a distância da meta, não só a foto do dia.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8430768" y="37856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ao Hora a Hora e ao D-1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566928" y="4370832"/>
            <a:ext cx="11055096" cy="1993392"/>
          </a:xfrm>
          <a:prstGeom prst="roundRect">
            <a:avLst>
              <a:gd name="adj" fmla="val 5505"/>
            </a:avLst>
          </a:prstGeom>
          <a:solidFill>
            <a:srgbClr val="E9A13B">
              <a:alpha val="12000"/>
            </a:srgbClr>
          </a:solidFill>
          <a:ln w="22225">
            <a:solidFill>
              <a:srgbClr val="E9A13B"/>
            </a:solidFill>
            <a:prstDash val="solid"/>
          </a:ln>
          <a:effectLst>
            <a:outerShdw sx="100000" sy="100000" kx="0" ky="0" algn="bl" rotWithShape="0" blurRad="228600" dist="50800" dir="5400000">
              <a:srgbClr val="030913">
                <a:alpha val="4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950976" y="460857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WILL ENTREGA POR TRÁS DAS VISÕES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950976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276" y="5161788"/>
            <a:ext cx="192024" cy="1920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50976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950976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Constrói e evolui as visões junto com a operação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3582162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62" y="5161788"/>
            <a:ext cx="192024" cy="1920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3582162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Automação</a:t>
            </a:r>
            <a:endParaRPr lang="en-US" sz="1300" dirty="0"/>
          </a:p>
        </p:txBody>
      </p:sp>
      <p:sp>
        <p:nvSpPr>
          <p:cNvPr id="40" name="Text 31"/>
          <p:cNvSpPr txBox="1"/>
          <p:nvPr/>
        </p:nvSpPr>
        <p:spPr>
          <a:xfrm>
            <a:off x="3582162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o trabalho manual de relatórios e rotinas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213348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5161788"/>
            <a:ext cx="192024" cy="192024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213348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300" dirty="0"/>
          </a:p>
        </p:txBody>
      </p:sp>
      <p:sp>
        <p:nvSpPr>
          <p:cNvPr id="44" name="Text 34"/>
          <p:cNvSpPr txBox="1"/>
          <p:nvPr/>
        </p:nvSpPr>
        <p:spPr>
          <a:xfrm>
            <a:off x="6213348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processo e aponta onde está o ganho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8844534" y="5047488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8834" y="5161788"/>
            <a:ext cx="192024" cy="192024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844534" y="5577840"/>
            <a:ext cx="2393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Estudos</a:t>
            </a:r>
            <a:endParaRPr lang="en-US" sz="1300" dirty="0"/>
          </a:p>
        </p:txBody>
      </p:sp>
      <p:sp>
        <p:nvSpPr>
          <p:cNvPr id="48" name="Text 37"/>
          <p:cNvSpPr txBox="1"/>
          <p:nvPr/>
        </p:nvSpPr>
        <p:spPr>
          <a:xfrm>
            <a:off x="8844534" y="5870448"/>
            <a:ext cx="2393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 análise e recomendação para a reunião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— os ganhos das novas visões</dc:title>
  <dc:subject>PptxGenJS Presentation</dc:subject>
  <dc:creator>Planejamento</dc:creator>
  <cp:lastModifiedBy>Planejamento</cp:lastModifiedBy>
  <cp:revision>1</cp:revision>
  <dcterms:created xsi:type="dcterms:W3CDTF">2026-09-30T13:53:04Z</dcterms:created>
  <dcterms:modified xsi:type="dcterms:W3CDTF">2026-09-30T13:53:04Z</dcterms:modified>
</cp:coreProperties>
</file>