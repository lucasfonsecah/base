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Planejamento (Willyan) assume o processo e todo o tratamento dos dados; a operação recebe a visão pronta e foca na ação. Hora a Hora: a operação passa a enxergar em tempo real o que está acontecendo e corrige a rota dentro do próprio turno, em vez de descobrir no dia seguinte. Dashboard D-1: N4 e N5 passam a ler o dia anterior na mesma régua — um só número, sem planilha paralela. O D-1 da N5 já foi entregue em 29/set; as demais visões saem em 05 e 09/out.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502920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2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  ·   WILLYAN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841248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dado deixa de ser relatório
</a:t>
            </a:r>
            <a:pPr indent="0" marL="0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E9A1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vira decisão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204825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Willyan assume o processo e todo o tratamento dos dados. A operação recebe a visão pronta — e age.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2596896"/>
            <a:ext cx="5367528" cy="2670048"/>
          </a:xfrm>
          <a:prstGeom prst="roundRect">
            <a:avLst>
              <a:gd name="adj" fmla="val 4110"/>
            </a:avLst>
          </a:prstGeom>
          <a:solidFill>
            <a:srgbClr val="FFFFFF">
              <a:alpha val="11000"/>
            </a:srgbClr>
          </a:solidFill>
          <a:ln w="19050">
            <a:solidFill>
              <a:srgbClr val="E9A13B"/>
            </a:solidFill>
            <a:prstDash val="solid"/>
          </a:ln>
          <a:effectLst>
            <a:outerShdw sx="100000" sy="100000" kx="0" ky="0" algn="bl" rotWithShape="0" blurRad="203200" dist="50800" dir="5400000">
              <a:srgbClr val="030913">
                <a:alpha val="4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9264" y="2926080"/>
            <a:ext cx="4562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 A HORA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969264" y="3310128"/>
            <a:ext cx="914400" cy="914400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3557016"/>
            <a:ext cx="420624" cy="4206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084832" y="3474720"/>
            <a:ext cx="3447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 real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969264" y="4389120"/>
            <a:ext cx="4562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operação enxerga o que está acontecendo agora e corrige a rota no mesmo turno.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69264" y="4937760"/>
            <a:ext cx="4562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desenvolvimento  ·  N5 e N4  ·  05 e 09/out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254496" y="2596896"/>
            <a:ext cx="5367528" cy="2670048"/>
          </a:xfrm>
          <a:prstGeom prst="roundRect">
            <a:avLst>
              <a:gd name="adj" fmla="val 411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1507F"/>
            </a:solidFill>
            <a:prstDash val="solid"/>
          </a:ln>
          <a:effectLst>
            <a:outerShdw sx="100000" sy="100000" kx="0" ky="0" algn="bl" rotWithShape="0" blurRad="203200" dist="50800" dir="5400000">
              <a:srgbClr val="030913">
                <a:alpha val="40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656832" y="2926080"/>
            <a:ext cx="4562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80" kern="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D-1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656832" y="3310128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3557016"/>
            <a:ext cx="420624" cy="4206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772400" y="3474720"/>
            <a:ext cx="344728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só número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6656832" y="4389120"/>
            <a:ext cx="45628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D8E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N4 e N5 na mesma régua: o dia anterior fechado e comparável, sem planilha paralela.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6656832" y="4937760"/>
            <a:ext cx="4562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3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N5 entregue em 29/set  ·  mais 2 em 05 e 09/out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66928" y="5541264"/>
            <a:ext cx="11055096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6000"/>
            </a:srgbClr>
          </a:solidFill>
          <a:ln w="12700">
            <a:solidFill>
              <a:srgbClr val="31507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78408" y="5779008"/>
            <a:ext cx="237744" cy="23774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" y="5833872"/>
            <a:ext cx="128016" cy="12801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344168" y="5541264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extração manual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4389120" y="5779008"/>
            <a:ext cx="237744" cy="23774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5833872"/>
            <a:ext cx="128016" cy="12801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754880" y="5541264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fonte de número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7799832" y="5779008"/>
            <a:ext cx="237744" cy="237744"/>
          </a:xfrm>
          <a:prstGeom prst="ellipse">
            <a:avLst/>
          </a:prstGeom>
          <a:solidFill>
            <a:srgbClr val="E9A13B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4696" y="5833872"/>
            <a:ext cx="128016" cy="12801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165592" y="5541264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Alinhado às metas do cliente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— os ganhos das novas visões</dc:title>
  <dc:subject>PptxGenJS Presentation</dc:subject>
  <dc:creator>Planejamento</dc:creator>
  <cp:lastModifiedBy>Planejamento</cp:lastModifiedBy>
  <cp:revision>1</cp:revision>
  <dcterms:created xsi:type="dcterms:W3CDTF">2026-09-30T13:40:34Z</dcterms:created>
  <dcterms:modified xsi:type="dcterms:W3CDTF">2026-09-30T13:40:34Z</dcterms:modified>
</cp:coreProperties>
</file>