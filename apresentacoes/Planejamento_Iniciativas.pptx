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Recurso de Planejamento recém-chegado, apresentado ao cliente na semana passada. Está em fase de aprendizado do processo, mas já entrou entregando: o Dashboard D-1 da N5 (Deyvid) foi concluído e apresentado em 29/set, e há mais quatro entregas em desenvolvimento com prazos em 05 e 09/out. O ganho das iniciativas: o Hora a Hora permite decisão dentro do próprio dia; o D-1 padroniza a régua de leitura entre N4 e N5; o supervisor passa a ter visão pronta e recorrente, sem extração manual; e as visões são construídas a partir das metas do cliente, chegando como direcionamento e não como número bruto. Para manter o ritmo: fechar conceitos de base e onboarding com Andressa e Deyvid (N5), agendar a reunião com o Lucas para entender os KPIs do N4 e estruturar o desenvolvimento, e concluir o mapa de acessos.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" y="402336"/>
            <a:ext cx="11237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  ·   INICIATIVAS EM CURSO   ·   RUBENS HIPÓLITO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75488" y="69494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onboarding à entrega </a:t>
            </a:r>
            <a:pPr indent="0" marL="0">
              <a:buNone/>
            </a:pPr>
            <a:r>
              <a:rPr lang="en-US" sz="28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uma semana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75488" y="12344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ao cliente na semana passada — em aprendizado do processo e já com 1 entrega concluída e 4 em curso.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5488" y="1664208"/>
            <a:ext cx="2658618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1664208"/>
            <a:ext cx="585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1664208"/>
            <a:ext cx="16710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MAPEADAS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5274" y="1664208"/>
            <a:ext cx="2658618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54730" y="1664208"/>
            <a:ext cx="585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4121658" y="1664208"/>
            <a:ext cx="16710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 E APRESENTADA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95060" y="1664208"/>
            <a:ext cx="2658618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14516" y="1664208"/>
            <a:ext cx="585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981444" y="1664208"/>
            <a:ext cx="16710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DESENVOLVIMENTO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054846" y="1664208"/>
            <a:ext cx="2658618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74302" y="1664208"/>
            <a:ext cx="585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841230" y="1664208"/>
            <a:ext cx="16710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CARTEIRAS  ·  N4 E N5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" y="2560320"/>
            <a:ext cx="480060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2798064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98648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261872" y="28712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9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MAPEADAS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86384" y="3310128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D-1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4672" y="3675888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100584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 ·  Deyvid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145536" y="3616452"/>
            <a:ext cx="960120" cy="210312"/>
          </a:xfrm>
          <a:prstGeom prst="roundRect">
            <a:avLst>
              <a:gd name="adj" fmla="val 21739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145536" y="36164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4206240" y="358444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29/set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04672" y="3968496"/>
            <a:ext cx="109728" cy="109728"/>
          </a:xfrm>
          <a:prstGeom prst="ellipse">
            <a:avLst/>
          </a:prstGeom>
          <a:solidFill>
            <a:srgbClr val="E9A13B">
              <a:alpha val="38000"/>
            </a:srgbClr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1005840" y="38770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 ·  Andressa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145536" y="3909060"/>
            <a:ext cx="960120" cy="210312"/>
          </a:xfrm>
          <a:prstGeom prst="roundRect">
            <a:avLst>
              <a:gd name="adj" fmla="val 2173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9A13B">
                <a:alpha val="4500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145536" y="390906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DEV</a:t>
            </a:r>
            <a:endParaRPr lang="en-US" sz="750" dirty="0"/>
          </a:p>
        </p:txBody>
      </p:sp>
      <p:sp>
        <p:nvSpPr>
          <p:cNvPr id="32" name="Text 28"/>
          <p:cNvSpPr txBox="1"/>
          <p:nvPr/>
        </p:nvSpPr>
        <p:spPr>
          <a:xfrm>
            <a:off x="4206240" y="387705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05/out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804672" y="4261104"/>
            <a:ext cx="109728" cy="109728"/>
          </a:xfrm>
          <a:prstGeom prst="ellipse">
            <a:avLst/>
          </a:prstGeom>
          <a:solidFill>
            <a:srgbClr val="E9A13B">
              <a:alpha val="38000"/>
            </a:srgbClr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1005840" y="4169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 ·  Lucas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145536" y="4201668"/>
            <a:ext cx="960120" cy="210312"/>
          </a:xfrm>
          <a:prstGeom prst="roundRect">
            <a:avLst>
              <a:gd name="adj" fmla="val 2173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9A13B">
                <a:alpha val="4500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145536" y="4201668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DEV</a:t>
            </a:r>
            <a:endParaRPr lang="en-US" sz="750" dirty="0"/>
          </a:p>
        </p:txBody>
      </p:sp>
      <p:sp>
        <p:nvSpPr>
          <p:cNvPr id="37" name="Text 33"/>
          <p:cNvSpPr txBox="1"/>
          <p:nvPr/>
        </p:nvSpPr>
        <p:spPr>
          <a:xfrm>
            <a:off x="4206240" y="416966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09/out</a:t>
            </a:r>
            <a:endParaRPr lang="en-US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786384" y="4572000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A HORA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804672" y="4937760"/>
            <a:ext cx="109728" cy="109728"/>
          </a:xfrm>
          <a:prstGeom prst="ellipse">
            <a:avLst/>
          </a:prstGeom>
          <a:solidFill>
            <a:srgbClr val="E9A13B">
              <a:alpha val="38000"/>
            </a:srgbClr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1005840" y="4846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 ·  Andressa / Deyvid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3145536" y="4878324"/>
            <a:ext cx="960120" cy="210312"/>
          </a:xfrm>
          <a:prstGeom prst="roundRect">
            <a:avLst>
              <a:gd name="adj" fmla="val 2173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9A13B">
                <a:alpha val="4500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145536" y="487832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DEV</a:t>
            </a:r>
            <a:endParaRPr lang="en-US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4206240" y="48463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05/out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804672" y="5230368"/>
            <a:ext cx="109728" cy="109728"/>
          </a:xfrm>
          <a:prstGeom prst="ellipse">
            <a:avLst/>
          </a:prstGeom>
          <a:solidFill>
            <a:srgbClr val="E9A13B">
              <a:alpha val="38000"/>
            </a:srgbClr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1005840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 ·  Lucas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3145536" y="5170932"/>
            <a:ext cx="960120" cy="210312"/>
          </a:xfrm>
          <a:prstGeom prst="roundRect">
            <a:avLst>
              <a:gd name="adj" fmla="val 2173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9A13B">
                <a:alpha val="4500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3145536" y="517093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DEV</a:t>
            </a:r>
            <a:endParaRPr lang="en-US" sz="750" dirty="0"/>
          </a:p>
        </p:txBody>
      </p:sp>
      <p:sp>
        <p:nvSpPr>
          <p:cNvPr id="48" name="Text 44"/>
          <p:cNvSpPr txBox="1"/>
          <p:nvPr/>
        </p:nvSpPr>
        <p:spPr>
          <a:xfrm>
            <a:off x="4206240" y="513892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09/out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5513832" y="2560320"/>
            <a:ext cx="2999232" cy="1339596"/>
          </a:xfrm>
          <a:prstGeom prst="roundRect">
            <a:avLst>
              <a:gd name="adj" fmla="val 682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9A13B">
                <a:alpha val="55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5751576" y="2779776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880360"/>
            <a:ext cx="182880" cy="182880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6227064" y="2834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no mesmo dia</a:t>
            </a:r>
            <a:endParaRPr lang="en-US" sz="1100" dirty="0"/>
          </a:p>
        </p:txBody>
      </p:sp>
      <p:sp>
        <p:nvSpPr>
          <p:cNvPr id="53" name="Text 48"/>
          <p:cNvSpPr txBox="1"/>
          <p:nvPr/>
        </p:nvSpPr>
        <p:spPr>
          <a:xfrm>
            <a:off x="5769864" y="32735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Hora a Hora dá leitura intradiária: dá para corrigir a rota antes de o dia fechar.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714232" y="2560320"/>
            <a:ext cx="2999232" cy="1339596"/>
          </a:xfrm>
          <a:prstGeom prst="roundRect">
            <a:avLst>
              <a:gd name="adj" fmla="val 682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9A13B">
                <a:alpha val="5500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951976" y="2779776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880360"/>
            <a:ext cx="182880" cy="182880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9427464" y="2834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única por carteira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8970264" y="32735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D-1 padroniza a leitura de N4 e N5 — todos discutem o mesmo número.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5513832" y="4101084"/>
            <a:ext cx="2999232" cy="1339596"/>
          </a:xfrm>
          <a:prstGeom prst="roundRect">
            <a:avLst>
              <a:gd name="adj" fmla="val 682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9A13B">
                <a:alpha val="5500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5751576" y="4320540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421124"/>
            <a:ext cx="182880" cy="182880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6227064" y="43754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do supervisor</a:t>
            </a:r>
            <a:endParaRPr lang="en-US" sz="1100" dirty="0"/>
          </a:p>
        </p:txBody>
      </p:sp>
      <p:sp>
        <p:nvSpPr>
          <p:cNvPr id="63" name="Text 56"/>
          <p:cNvSpPr txBox="1"/>
          <p:nvPr/>
        </p:nvSpPr>
        <p:spPr>
          <a:xfrm>
            <a:off x="5769864" y="481431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recorrente e pronta, sem depender de extração manual a cada pedido.</a:t>
            </a:r>
            <a:endParaRPr lang="en-US" sz="1000" dirty="0"/>
          </a:p>
        </p:txBody>
      </p:sp>
      <p:sp>
        <p:nvSpPr>
          <p:cNvPr id="64" name="Shape 57"/>
          <p:cNvSpPr/>
          <p:nvPr/>
        </p:nvSpPr>
        <p:spPr>
          <a:xfrm>
            <a:off x="8714232" y="4101084"/>
            <a:ext cx="2999232" cy="1339596"/>
          </a:xfrm>
          <a:prstGeom prst="roundRect">
            <a:avLst>
              <a:gd name="adj" fmla="val 682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9A13B">
                <a:alpha val="55000"/>
              </a:srgbClr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8951976" y="4320540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4421124"/>
            <a:ext cx="182880" cy="182880"/>
          </a:xfrm>
          <a:prstGeom prst="rect">
            <a:avLst/>
          </a:prstGeom>
        </p:spPr>
      </p:pic>
      <p:sp>
        <p:nvSpPr>
          <p:cNvPr id="67" name="Text 59"/>
          <p:cNvSpPr txBox="1"/>
          <p:nvPr/>
        </p:nvSpPr>
        <p:spPr>
          <a:xfrm>
            <a:off x="9427464" y="43754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dirigida à meta</a:t>
            </a:r>
            <a:endParaRPr lang="en-US" sz="1100" dirty="0"/>
          </a:p>
        </p:txBody>
      </p:sp>
      <p:sp>
        <p:nvSpPr>
          <p:cNvPr id="68" name="Text 60"/>
          <p:cNvSpPr txBox="1"/>
          <p:nvPr/>
        </p:nvSpPr>
        <p:spPr>
          <a:xfrm>
            <a:off x="8970264" y="481431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visões nascem das metas do cliente: o dado chega como direcionamento.</a:t>
            </a:r>
            <a:endParaRPr lang="en-US" sz="1000" dirty="0"/>
          </a:p>
        </p:txBody>
      </p:sp>
      <p:sp>
        <p:nvSpPr>
          <p:cNvPr id="69" name="Shape 61"/>
          <p:cNvSpPr/>
          <p:nvPr/>
        </p:nvSpPr>
        <p:spPr>
          <a:xfrm>
            <a:off x="475488" y="5577840"/>
            <a:ext cx="11237976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768096" y="5577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2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spc="12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DESTRAVAR</a:t>
            </a:r>
            <a:endParaRPr lang="en-US" sz="1000" dirty="0"/>
          </a:p>
        </p:txBody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0008" y="5797296"/>
            <a:ext cx="182880" cy="182880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2624328" y="574243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base e onboarding</a:t>
            </a:r>
            <a:endParaRPr lang="en-US" sz="1050" dirty="0"/>
          </a:p>
        </p:txBody>
      </p:sp>
      <p:sp>
        <p:nvSpPr>
          <p:cNvPr id="73" name="Text 64"/>
          <p:cNvSpPr txBox="1"/>
          <p:nvPr/>
        </p:nvSpPr>
        <p:spPr>
          <a:xfrm>
            <a:off x="2624328" y="5989320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 ·  Andressa e Deyvid</a:t>
            </a:r>
            <a:endParaRPr lang="en-US" sz="950" dirty="0"/>
          </a:p>
        </p:txBody>
      </p:sp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5797296"/>
            <a:ext cx="182880" cy="182880"/>
          </a:xfrm>
          <a:prstGeom prst="rect">
            <a:avLst/>
          </a:prstGeom>
        </p:spPr>
      </p:pic>
      <p:sp>
        <p:nvSpPr>
          <p:cNvPr id="75" name="Text 65"/>
          <p:cNvSpPr txBox="1"/>
          <p:nvPr/>
        </p:nvSpPr>
        <p:spPr>
          <a:xfrm>
            <a:off x="5806440" y="574243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com o Lucas — KPIs do N4</a:t>
            </a:r>
            <a:endParaRPr lang="en-US" sz="1050" dirty="0"/>
          </a:p>
        </p:txBody>
      </p:sp>
      <p:sp>
        <p:nvSpPr>
          <p:cNvPr id="76" name="Text 66"/>
          <p:cNvSpPr txBox="1"/>
          <p:nvPr/>
        </p:nvSpPr>
        <p:spPr>
          <a:xfrm>
            <a:off x="5806440" y="5989320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hoje está com a operação</a:t>
            </a:r>
            <a:endParaRPr lang="en-US" sz="950" dirty="0"/>
          </a:p>
        </p:txBody>
      </p:sp>
      <p:pic>
        <p:nvPicPr>
          <p:cNvPr id="7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4232" y="5797296"/>
            <a:ext cx="182880" cy="182880"/>
          </a:xfrm>
          <a:prstGeom prst="rect">
            <a:avLst/>
          </a:prstGeom>
        </p:spPr>
      </p:pic>
      <p:sp>
        <p:nvSpPr>
          <p:cNvPr id="78" name="Text 67"/>
          <p:cNvSpPr txBox="1"/>
          <p:nvPr/>
        </p:nvSpPr>
        <p:spPr>
          <a:xfrm>
            <a:off x="8988552" y="574243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acessos às ferramentas</a:t>
            </a:r>
            <a:endParaRPr lang="en-US" sz="1050" dirty="0"/>
          </a:p>
        </p:txBody>
      </p:sp>
      <p:sp>
        <p:nvSpPr>
          <p:cNvPr id="79" name="Text 68"/>
          <p:cNvSpPr txBox="1"/>
          <p:nvPr/>
        </p:nvSpPr>
        <p:spPr>
          <a:xfrm>
            <a:off x="8988552" y="5989320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em aberto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— iniciativas e ganhos</dc:title>
  <dc:subject>PptxGenJS Presentation</dc:subject>
  <dc:creator>Planejamento</dc:creator>
  <cp:lastModifiedBy>Planejamento</cp:lastModifiedBy>
  <cp:revision>1</cp:revision>
  <dcterms:created xsi:type="dcterms:W3CDTF">2026-09-30T13:31:26Z</dcterms:created>
  <dcterms:modified xsi:type="dcterms:W3CDTF">2026-09-30T13:31:26Z</dcterms:modified>
</cp:coreProperties>
</file>